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2400"/>
            </a:pPr>
            <a:r>
              <a:t>Welcome to this lecture on Python programming.</a:t>
            </a:r>
          </a:p>
          <a:p>
            <a:pPr algn="l">
              <a:defRPr sz="2400"/>
            </a:pPr>
            <a:r>
              <a:t>Python is a versatile, high-level programming language.</a:t>
            </a:r>
          </a:p>
          <a:p>
            <a:pPr algn="l">
              <a:defRPr sz="2400"/>
            </a:pPr>
            <a:r>
              <a:t>Widely used in **AI, web development, and data science**.</a:t>
            </a:r>
          </a:p>
          <a:p>
            <a:pPr algn="l">
              <a:defRPr sz="2400"/>
            </a:pPr>
            <a:r>
              <a:t>Easy to learn syntax.</a:t>
            </a:r>
          </a:p>
          <a:p>
            <a:pPr algn="l">
              <a:defRPr sz="2400"/>
            </a:pPr>
            <a:r>
              <a:t>Supports multiple paradigms: procedural, object-oriented, functional.</a:t>
            </a:r>
          </a:p>
          <a:p>
            <a:pPr algn="l">
              <a:defRPr sz="2400"/>
            </a:pPr>
            <a:r>
              <a:t>Strong community and libraries (NumPy, Pandas, TensorFlow).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2400"/>
            </a:pPr>
            <a:r>
              <a:t>Numbers, Strings, Lists, Tuples, Dictionaries</a:t>
            </a:r>
          </a:p>
          <a:p>
            <a:pPr algn="l">
              <a:defRPr sz="2400"/>
            </a:pPr>
            <a:r>
              <a:t>Example: `x = 10`, `name = "Alice"`</a:t>
            </a:r>
          </a:p>
          <a:p>
            <a:pPr algn="l">
              <a:defRPr sz="2400"/>
            </a:pPr>
            <a:r>
              <a:t>`for` loops, `while` loops</a:t>
            </a:r>
          </a:p>
          <a:p>
            <a:pPr algn="l">
              <a:defRPr sz="2400"/>
            </a:pPr>
            <a:r>
              <a:t>`if`, `elif`, `else` statements</a:t>
            </a:r>
          </a:p>
          <a:p>
            <a:pPr algn="l">
              <a:defRPr sz="2400"/>
            </a:pPr>
            <a:r>
              <a:t>**Key Tip:** Avoid infinite loops!</a:t>
            </a:r>
          </a:p>
          <a:p>
            <a:pPr algn="l">
              <a:defRPr sz="2400"/>
            </a:pPr>
            <a:r>
              <a:t>Define with `def` keyword</a:t>
            </a:r>
          </a:p>
          <a:p>
            <a:pPr algn="l">
              <a:defRPr sz="2400"/>
            </a:pPr>
            <a:r>
              <a:t>Can return values</a:t>
            </a:r>
          </a:p>
          <a:p>
            <a:pPr algn="l">
              <a:defRPr sz="2400"/>
            </a:pPr>
            <a:r>
              <a:t>Example: `def add(a, b): return a + b`</a:t>
            </a:r>
          </a:p>
          <a:p>
            <a:pPr algn="l">
              <a:defRPr sz="2400"/>
            </a:pPr>
            <a:r>
              <a:t>Object-Oriented Programming in Python</a:t>
            </a:r>
          </a:p>
          <a:p>
            <a:pPr algn="l">
              <a:defRPr sz="2400"/>
            </a:pPr>
            <a:r>
              <a:t>Example:</a:t>
            </a:r>
          </a:p>
          <a:p>
            <a:pPr algn="l">
              <a:defRPr sz="2400"/>
            </a:pPr>
            <a:r>
              <a:t>`class Dog:`</a:t>
            </a:r>
          </a:p>
          <a:p>
            <a:pPr algn="l">
              <a:defRPr sz="2400"/>
            </a:pPr>
            <a:r>
              <a:t>`    def __init__(self, name):`</a:t>
            </a:r>
          </a:p>
          <a:p>
            <a:pPr algn="l">
              <a:defRPr sz="2400"/>
            </a:pPr>
            <a:r>
              <a:t>`        self.name = name`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2400"/>
            </a:pPr>
            <a:r>
              <a:t>Python is beginner-friendly.</a:t>
            </a:r>
          </a:p>
          <a:p>
            <a:pPr algn="l">
              <a:defRPr sz="2400"/>
            </a:pPr>
            <a:r>
              <a:t>Supports multiple programming styles.</a:t>
            </a:r>
          </a:p>
          <a:p>
            <a:pPr algn="l">
              <a:defRPr sz="2400"/>
            </a:pPr>
            <a:r>
              <a:t>Great ecosystem for AI and data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2400"/>
            </a:pPr>
            <a:r>
              <a:t>Learned core syntax and structures.</a:t>
            </a:r>
          </a:p>
          <a:p>
            <a:pPr algn="l">
              <a:defRPr sz="2400"/>
            </a:pPr>
            <a:r>
              <a:t>Ready to write simple Python programs.</a:t>
            </a:r>
          </a:p>
          <a:p>
            <a:pPr algn="l">
              <a:defRPr sz="2400"/>
            </a:pPr>
            <a:r>
              <a:t>Next step: Hands-on exercises and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